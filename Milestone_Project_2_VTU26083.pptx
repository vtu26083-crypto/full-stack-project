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9" r:id="rId12"/>
    <p:sldId id="267" r:id="rId13"/>
    <p:sldId id="270" r:id="rId14"/>
    <p:sldId id="265" r:id="rId15"/>
  </p:sldIdLst>
  <p:sldSz cx="18288000" cy="10287000"/>
  <p:notesSz cx="6858000" cy="9144000"/>
  <p:embeddedFontLst>
    <p:embeddedFont>
      <p:font typeface="Bookman Old Style" panose="02050604050505020204" pitchFamily="18" charset="0"/>
      <p:regular r:id="rId16"/>
      <p:bold r:id="rId17"/>
      <p:italic r:id="rId18"/>
      <p:boldItalic r:id="rId19"/>
    </p:embeddedFont>
    <p:embeddedFont>
      <p:font typeface="Cambria" panose="02040503050406030204" pitchFamily="18" charset="0"/>
      <p:regular r:id="rId20"/>
      <p:bold r:id="rId21"/>
      <p:italic r:id="rId22"/>
      <p:boldItalic r:id="rId23"/>
    </p:embeddedFont>
    <p:embeddedFont>
      <p:font typeface="Gotham" panose="020B0604020202020204" charset="0"/>
      <p:regular r:id="rId24"/>
    </p:embeddedFont>
    <p:embeddedFont>
      <p:font typeface="Gotham Bold Italics" panose="020B0604020202020204" charset="0"/>
      <p:regular r:id="rId25"/>
      <p:boldItalic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FA71763-FCA1-4B60-940F-BD9DA5C85367}" v="10" dt="2026-04-20T16:52:00.9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1" d="100"/>
          <a:sy n="51" d="100"/>
        </p:scale>
        <p:origin x="898" y="5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8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rona Sai Ganesh" userId="bde7d35305c28ec0" providerId="LiveId" clId="{D71E6B8D-E5BD-43CD-9761-50A8EBA1B37C}"/>
    <pc:docChg chg="custSel modSld">
      <pc:chgData name="Drona Sai Ganesh" userId="bde7d35305c28ec0" providerId="LiveId" clId="{D71E6B8D-E5BD-43CD-9761-50A8EBA1B37C}" dt="2026-04-20T16:55:01.104" v="161" actId="1076"/>
      <pc:docMkLst>
        <pc:docMk/>
      </pc:docMkLst>
      <pc:sldChg chg="modSp mod">
        <pc:chgData name="Drona Sai Ganesh" userId="bde7d35305c28ec0" providerId="LiveId" clId="{D71E6B8D-E5BD-43CD-9761-50A8EBA1B37C}" dt="2026-04-20T16:32:10.916" v="79" actId="20577"/>
        <pc:sldMkLst>
          <pc:docMk/>
          <pc:sldMk cId="0" sldId="256"/>
        </pc:sldMkLst>
        <pc:spChg chg="mod">
          <ac:chgData name="Drona Sai Ganesh" userId="bde7d35305c28ec0" providerId="LiveId" clId="{D71E6B8D-E5BD-43CD-9761-50A8EBA1B37C}" dt="2026-04-20T16:31:46.894" v="75" actId="20577"/>
          <ac:spMkLst>
            <pc:docMk/>
            <pc:sldMk cId="0" sldId="256"/>
            <ac:spMk id="13" creationId="{7FFE0DA2-4723-7C13-5FD7-FC99B0394DDD}"/>
          </ac:spMkLst>
        </pc:spChg>
        <pc:spChg chg="mod">
          <ac:chgData name="Drona Sai Ganesh" userId="bde7d35305c28ec0" providerId="LiveId" clId="{D71E6B8D-E5BD-43CD-9761-50A8EBA1B37C}" dt="2026-04-20T16:29:30.145" v="35" actId="20577"/>
          <ac:spMkLst>
            <pc:docMk/>
            <pc:sldMk cId="0" sldId="256"/>
            <ac:spMk id="14" creationId="{EA8EEF4A-EB43-B7D9-87FC-7C7D752BCA78}"/>
          </ac:spMkLst>
        </pc:spChg>
        <pc:spChg chg="mod">
          <ac:chgData name="Drona Sai Ganesh" userId="bde7d35305c28ec0" providerId="LiveId" clId="{D71E6B8D-E5BD-43CD-9761-50A8EBA1B37C}" dt="2026-04-20T16:32:10.916" v="79" actId="20577"/>
          <ac:spMkLst>
            <pc:docMk/>
            <pc:sldMk cId="0" sldId="256"/>
            <ac:spMk id="16" creationId="{A7AA51DE-E8D7-A1B4-BC0D-B25C8A0C467A}"/>
          </ac:spMkLst>
        </pc:spChg>
      </pc:sldChg>
      <pc:sldChg chg="modSp mod">
        <pc:chgData name="Drona Sai Ganesh" userId="bde7d35305c28ec0" providerId="LiveId" clId="{D71E6B8D-E5BD-43CD-9761-50A8EBA1B37C}" dt="2026-04-20T16:36:41.945" v="84" actId="1076"/>
        <pc:sldMkLst>
          <pc:docMk/>
          <pc:sldMk cId="0" sldId="257"/>
        </pc:sldMkLst>
        <pc:spChg chg="mod">
          <ac:chgData name="Drona Sai Ganesh" userId="bde7d35305c28ec0" providerId="LiveId" clId="{D71E6B8D-E5BD-43CD-9761-50A8EBA1B37C}" dt="2026-04-20T16:36:41.945" v="84" actId="1076"/>
          <ac:spMkLst>
            <pc:docMk/>
            <pc:sldMk cId="0" sldId="257"/>
            <ac:spMk id="3" creationId="{837E9E58-77B6-079D-9D0D-E380CADAD23D}"/>
          </ac:spMkLst>
        </pc:spChg>
      </pc:sldChg>
      <pc:sldChg chg="modSp mod">
        <pc:chgData name="Drona Sai Ganesh" userId="bde7d35305c28ec0" providerId="LiveId" clId="{D71E6B8D-E5BD-43CD-9761-50A8EBA1B37C}" dt="2026-04-20T16:37:24.895" v="89" actId="1076"/>
        <pc:sldMkLst>
          <pc:docMk/>
          <pc:sldMk cId="0" sldId="258"/>
        </pc:sldMkLst>
        <pc:spChg chg="mod">
          <ac:chgData name="Drona Sai Ganesh" userId="bde7d35305c28ec0" providerId="LiveId" clId="{D71E6B8D-E5BD-43CD-9761-50A8EBA1B37C}" dt="2026-04-20T16:37:24.895" v="89" actId="1076"/>
          <ac:spMkLst>
            <pc:docMk/>
            <pc:sldMk cId="0" sldId="258"/>
            <ac:spMk id="48" creationId="{BDE2941C-1504-53F9-99B2-48002CA9A345}"/>
          </ac:spMkLst>
        </pc:spChg>
      </pc:sldChg>
      <pc:sldChg chg="modSp mod">
        <pc:chgData name="Drona Sai Ganesh" userId="bde7d35305c28ec0" providerId="LiveId" clId="{D71E6B8D-E5BD-43CD-9761-50A8EBA1B37C}" dt="2026-04-20T16:38:03.182" v="92" actId="12"/>
        <pc:sldMkLst>
          <pc:docMk/>
          <pc:sldMk cId="0" sldId="259"/>
        </pc:sldMkLst>
        <pc:spChg chg="mod">
          <ac:chgData name="Drona Sai Ganesh" userId="bde7d35305c28ec0" providerId="LiveId" clId="{D71E6B8D-E5BD-43CD-9761-50A8EBA1B37C}" dt="2026-04-20T16:38:03.182" v="92" actId="12"/>
          <ac:spMkLst>
            <pc:docMk/>
            <pc:sldMk cId="0" sldId="259"/>
            <ac:spMk id="52" creationId="{056A0A3A-1541-5EC0-5370-02DA282ABDDE}"/>
          </ac:spMkLst>
        </pc:spChg>
      </pc:sldChg>
      <pc:sldChg chg="modSp mod">
        <pc:chgData name="Drona Sai Ganesh" userId="bde7d35305c28ec0" providerId="LiveId" clId="{D71E6B8D-E5BD-43CD-9761-50A8EBA1B37C}" dt="2026-04-20T16:39:01.850" v="97" actId="1076"/>
        <pc:sldMkLst>
          <pc:docMk/>
          <pc:sldMk cId="0" sldId="260"/>
        </pc:sldMkLst>
        <pc:spChg chg="mod">
          <ac:chgData name="Drona Sai Ganesh" userId="bde7d35305c28ec0" providerId="LiveId" clId="{D71E6B8D-E5BD-43CD-9761-50A8EBA1B37C}" dt="2026-04-20T16:39:01.850" v="97" actId="1076"/>
          <ac:spMkLst>
            <pc:docMk/>
            <pc:sldMk cId="0" sldId="260"/>
            <ac:spMk id="48" creationId="{E8F19716-1653-9AE0-442E-B3829A585B46}"/>
          </ac:spMkLst>
        </pc:spChg>
      </pc:sldChg>
      <pc:sldChg chg="modSp mod">
        <pc:chgData name="Drona Sai Ganesh" userId="bde7d35305c28ec0" providerId="LiveId" clId="{D71E6B8D-E5BD-43CD-9761-50A8EBA1B37C}" dt="2026-04-20T16:39:42.255" v="101" actId="1076"/>
        <pc:sldMkLst>
          <pc:docMk/>
          <pc:sldMk cId="0" sldId="261"/>
        </pc:sldMkLst>
        <pc:spChg chg="mod">
          <ac:chgData name="Drona Sai Ganesh" userId="bde7d35305c28ec0" providerId="LiveId" clId="{D71E6B8D-E5BD-43CD-9761-50A8EBA1B37C}" dt="2026-04-20T16:39:42.255" v="101" actId="1076"/>
          <ac:spMkLst>
            <pc:docMk/>
            <pc:sldMk cId="0" sldId="261"/>
            <ac:spMk id="43" creationId="{25F9D4B0-38FE-DBA4-164D-1745B68379A5}"/>
          </ac:spMkLst>
        </pc:spChg>
      </pc:sldChg>
      <pc:sldChg chg="modSp mod">
        <pc:chgData name="Drona Sai Ganesh" userId="bde7d35305c28ec0" providerId="LiveId" clId="{D71E6B8D-E5BD-43CD-9761-50A8EBA1B37C}" dt="2026-04-20T16:46:26.161" v="108" actId="20577"/>
        <pc:sldMkLst>
          <pc:docMk/>
          <pc:sldMk cId="0" sldId="262"/>
        </pc:sldMkLst>
        <pc:spChg chg="mod">
          <ac:chgData name="Drona Sai Ganesh" userId="bde7d35305c28ec0" providerId="LiveId" clId="{D71E6B8D-E5BD-43CD-9761-50A8EBA1B37C}" dt="2026-04-20T16:46:26.161" v="108" actId="20577"/>
          <ac:spMkLst>
            <pc:docMk/>
            <pc:sldMk cId="0" sldId="262"/>
            <ac:spMk id="5" creationId="{00859FF0-0CBB-7B1D-8781-0A50247B7C63}"/>
          </ac:spMkLst>
        </pc:spChg>
      </pc:sldChg>
      <pc:sldChg chg="modSp mod">
        <pc:chgData name="Drona Sai Ganesh" userId="bde7d35305c28ec0" providerId="LiveId" clId="{D71E6B8D-E5BD-43CD-9761-50A8EBA1B37C}" dt="2026-04-20T16:47:38.005" v="125" actId="113"/>
        <pc:sldMkLst>
          <pc:docMk/>
          <pc:sldMk cId="0" sldId="263"/>
        </pc:sldMkLst>
        <pc:spChg chg="mod">
          <ac:chgData name="Drona Sai Ganesh" userId="bde7d35305c28ec0" providerId="LiveId" clId="{D71E6B8D-E5BD-43CD-9761-50A8EBA1B37C}" dt="2026-04-20T16:47:38.005" v="125" actId="113"/>
          <ac:spMkLst>
            <pc:docMk/>
            <pc:sldMk cId="0" sldId="263"/>
            <ac:spMk id="48" creationId="{26E9F5F9-CCF8-6F05-4C01-034C88D7529E}"/>
          </ac:spMkLst>
        </pc:spChg>
      </pc:sldChg>
      <pc:sldChg chg="modSp mod">
        <pc:chgData name="Drona Sai Ganesh" userId="bde7d35305c28ec0" providerId="LiveId" clId="{D71E6B8D-E5BD-43CD-9761-50A8EBA1B37C}" dt="2026-04-20T16:48:54.357" v="130" actId="113"/>
        <pc:sldMkLst>
          <pc:docMk/>
          <pc:sldMk cId="0" sldId="264"/>
        </pc:sldMkLst>
        <pc:spChg chg="mod">
          <ac:chgData name="Drona Sai Ganesh" userId="bde7d35305c28ec0" providerId="LiveId" clId="{D71E6B8D-E5BD-43CD-9761-50A8EBA1B37C}" dt="2026-04-20T16:48:54.357" v="130" actId="113"/>
          <ac:spMkLst>
            <pc:docMk/>
            <pc:sldMk cId="0" sldId="264"/>
            <ac:spMk id="44" creationId="{9304C197-EAC7-7A26-FAED-ED7302DBEC6E}"/>
          </ac:spMkLst>
        </pc:spChg>
      </pc:sldChg>
      <pc:sldChg chg="addSp delSp modSp mod">
        <pc:chgData name="Drona Sai Ganesh" userId="bde7d35305c28ec0" providerId="LiveId" clId="{D71E6B8D-E5BD-43CD-9761-50A8EBA1B37C}" dt="2026-04-20T16:54:55.811" v="160" actId="14100"/>
        <pc:sldMkLst>
          <pc:docMk/>
          <pc:sldMk cId="1998101144" sldId="266"/>
        </pc:sldMkLst>
        <pc:picChg chg="add mod">
          <ac:chgData name="Drona Sai Ganesh" userId="bde7d35305c28ec0" providerId="LiveId" clId="{D71E6B8D-E5BD-43CD-9761-50A8EBA1B37C}" dt="2026-04-20T16:54:55.811" v="160" actId="14100"/>
          <ac:picMkLst>
            <pc:docMk/>
            <pc:sldMk cId="1998101144" sldId="266"/>
            <ac:picMk id="3" creationId="{540E326A-C685-3DD4-BB3B-A19D6091B9EB}"/>
          </ac:picMkLst>
        </pc:picChg>
        <pc:picChg chg="del">
          <ac:chgData name="Drona Sai Ganesh" userId="bde7d35305c28ec0" providerId="LiveId" clId="{D71E6B8D-E5BD-43CD-9761-50A8EBA1B37C}" dt="2026-04-20T16:49:05.572" v="131" actId="478"/>
          <ac:picMkLst>
            <pc:docMk/>
            <pc:sldMk cId="1998101144" sldId="266"/>
            <ac:picMk id="4" creationId="{C7BCF2AE-AEFD-B8E6-4872-9CC036A8204A}"/>
          </ac:picMkLst>
        </pc:picChg>
      </pc:sldChg>
      <pc:sldChg chg="addSp delSp modSp mod">
        <pc:chgData name="Drona Sai Ganesh" userId="bde7d35305c28ec0" providerId="LiveId" clId="{D71E6B8D-E5BD-43CD-9761-50A8EBA1B37C}" dt="2026-04-20T16:51:26.970" v="144" actId="1076"/>
        <pc:sldMkLst>
          <pc:docMk/>
          <pc:sldMk cId="47544820" sldId="267"/>
        </pc:sldMkLst>
        <pc:picChg chg="add mod">
          <ac:chgData name="Drona Sai Ganesh" userId="bde7d35305c28ec0" providerId="LiveId" clId="{D71E6B8D-E5BD-43CD-9761-50A8EBA1B37C}" dt="2026-04-20T16:51:26.970" v="144" actId="1076"/>
          <ac:picMkLst>
            <pc:docMk/>
            <pc:sldMk cId="47544820" sldId="267"/>
            <ac:picMk id="3" creationId="{ECA53530-E854-9B9C-F318-5B48DAC618B0}"/>
          </ac:picMkLst>
        </pc:picChg>
        <pc:picChg chg="del">
          <ac:chgData name="Drona Sai Ganesh" userId="bde7d35305c28ec0" providerId="LiveId" clId="{D71E6B8D-E5BD-43CD-9761-50A8EBA1B37C}" dt="2026-04-20T16:50:30.033" v="141" actId="478"/>
          <ac:picMkLst>
            <pc:docMk/>
            <pc:sldMk cId="47544820" sldId="267"/>
            <ac:picMk id="4" creationId="{FB2FBE64-1A15-5DDF-95C5-53A9A8FD2467}"/>
          </ac:picMkLst>
        </pc:picChg>
      </pc:sldChg>
      <pc:sldChg chg="addSp delSp modSp mod">
        <pc:chgData name="Drona Sai Ganesh" userId="bde7d35305c28ec0" providerId="LiveId" clId="{D71E6B8D-E5BD-43CD-9761-50A8EBA1B37C}" dt="2026-04-20T16:55:01.104" v="161" actId="1076"/>
        <pc:sldMkLst>
          <pc:docMk/>
          <pc:sldMk cId="3981187392" sldId="269"/>
        </pc:sldMkLst>
        <pc:picChg chg="add mod">
          <ac:chgData name="Drona Sai Ganesh" userId="bde7d35305c28ec0" providerId="LiveId" clId="{D71E6B8D-E5BD-43CD-9761-50A8EBA1B37C}" dt="2026-04-20T16:55:01.104" v="161" actId="1076"/>
          <ac:picMkLst>
            <pc:docMk/>
            <pc:sldMk cId="3981187392" sldId="269"/>
            <ac:picMk id="3" creationId="{E0975914-E135-0296-D310-2A3B6C6814ED}"/>
          </ac:picMkLst>
        </pc:picChg>
        <pc:picChg chg="del">
          <ac:chgData name="Drona Sai Ganesh" userId="bde7d35305c28ec0" providerId="LiveId" clId="{D71E6B8D-E5BD-43CD-9761-50A8EBA1B37C}" dt="2026-04-20T16:50:16.940" v="137" actId="478"/>
          <ac:picMkLst>
            <pc:docMk/>
            <pc:sldMk cId="3981187392" sldId="269"/>
            <ac:picMk id="4" creationId="{E47183C3-D3C3-8F33-4E08-EDF1FBD9CCCB}"/>
          </ac:picMkLst>
        </pc:picChg>
      </pc:sldChg>
      <pc:sldChg chg="modSp mod">
        <pc:chgData name="Drona Sai Ganesh" userId="bde7d35305c28ec0" providerId="LiveId" clId="{D71E6B8D-E5BD-43CD-9761-50A8EBA1B37C}" dt="2026-04-20T16:53:42.694" v="158" actId="255"/>
        <pc:sldMkLst>
          <pc:docMk/>
          <pc:sldMk cId="1838976791" sldId="270"/>
        </pc:sldMkLst>
        <pc:spChg chg="mod">
          <ac:chgData name="Drona Sai Ganesh" userId="bde7d35305c28ec0" providerId="LiveId" clId="{D71E6B8D-E5BD-43CD-9761-50A8EBA1B37C}" dt="2026-04-20T16:53:42.694" v="158" actId="255"/>
          <ac:spMkLst>
            <pc:docMk/>
            <pc:sldMk cId="1838976791" sldId="270"/>
            <ac:spMk id="4" creationId="{405A43F7-4792-50D6-B9CB-E0E3CF23274A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-9965724" y="-1383136"/>
            <a:ext cx="10994424" cy="10994424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id="{1194AAA3-5CF4-E695-04C9-0894FFF6F1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0443" y="196689"/>
            <a:ext cx="4752247" cy="1360611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BB0EB85C-D9CE-08DC-1131-77C9DD1A002D}"/>
              </a:ext>
            </a:extLst>
          </p:cNvPr>
          <p:cNvSpPr txBox="1"/>
          <p:nvPr/>
        </p:nvSpPr>
        <p:spPr>
          <a:xfrm>
            <a:off x="1360002" y="1608482"/>
            <a:ext cx="159258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Vel Tech Rangarajan Dr. Sagunthala R&amp;D Institute of Science and Technology</a:t>
            </a:r>
          </a:p>
          <a:p>
            <a:pPr algn="ctr"/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</a:rPr>
              <a:t>School of Computing </a:t>
            </a:r>
          </a:p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Department of Computer Science and Engineering</a:t>
            </a:r>
            <a:endParaRPr lang="en-IN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5785AF5-58C8-2624-E1FD-4723B0683DE6}"/>
              </a:ext>
            </a:extLst>
          </p:cNvPr>
          <p:cNvSpPr txBox="1"/>
          <p:nvPr/>
        </p:nvSpPr>
        <p:spPr>
          <a:xfrm>
            <a:off x="1692835" y="3272357"/>
            <a:ext cx="152601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0033CC"/>
                </a:solidFill>
                <a:latin typeface="Bookman Old Style" panose="02050604050505020204" pitchFamily="18" charset="0"/>
              </a:rPr>
              <a:t>10211CS224 / FULL STACK APPLICATION DEVELOPMENT (JAVA)</a:t>
            </a:r>
            <a:endParaRPr lang="en-IN" sz="2800" b="1" dirty="0">
              <a:solidFill>
                <a:srgbClr val="0033CC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C6C53BF-3850-6683-E07F-D595EC8B02B2}"/>
              </a:ext>
            </a:extLst>
          </p:cNvPr>
          <p:cNvSpPr txBox="1"/>
          <p:nvPr/>
        </p:nvSpPr>
        <p:spPr>
          <a:xfrm>
            <a:off x="3391421" y="3920815"/>
            <a:ext cx="1119028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Milestone Project-2</a:t>
            </a:r>
          </a:p>
          <a:p>
            <a:pPr algn="ctr"/>
            <a:endParaRPr lang="en-IN" sz="36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Date</a:t>
            </a:r>
            <a:r>
              <a:rPr lang="en-IN" sz="3600" b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21-04-2026</a:t>
            </a:r>
            <a:endParaRPr lang="en-IN" sz="36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FFE0DA2-4723-7C13-5FD7-FC99B0394DDD}"/>
              </a:ext>
            </a:extLst>
          </p:cNvPr>
          <p:cNvSpPr txBox="1"/>
          <p:nvPr/>
        </p:nvSpPr>
        <p:spPr>
          <a:xfrm>
            <a:off x="5427770" y="5754629"/>
            <a:ext cx="806831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Department Event Ticket Booking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/>
              <a:t>  </a:t>
            </a:r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A8EEF4A-EB43-B7D9-87FC-7C7D752BCA78}"/>
              </a:ext>
            </a:extLst>
          </p:cNvPr>
          <p:cNvSpPr txBox="1"/>
          <p:nvPr/>
        </p:nvSpPr>
        <p:spPr>
          <a:xfrm>
            <a:off x="893870" y="7800539"/>
            <a:ext cx="9067800" cy="2084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Presented By: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S. Venkata Naga Sai   VTU26083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 Reg.No.23UECS1209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FF32D1A-2F9C-AC53-CCBD-ABF748DF236F}"/>
              </a:ext>
            </a:extLst>
          </p:cNvPr>
          <p:cNvSpPr txBox="1"/>
          <p:nvPr/>
        </p:nvSpPr>
        <p:spPr>
          <a:xfrm>
            <a:off x="10945035" y="7818586"/>
            <a:ext cx="6914603" cy="1391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Courses Handling Faculty: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Dr. Hemamalini .S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7AA51DE-E8D7-A1B4-BC0D-B25C8A0C467A}"/>
              </a:ext>
            </a:extLst>
          </p:cNvPr>
          <p:cNvSpPr txBox="1"/>
          <p:nvPr/>
        </p:nvSpPr>
        <p:spPr>
          <a:xfrm>
            <a:off x="2209800" y="6972300"/>
            <a:ext cx="147431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SDG: SDG 4 – Quality Education</a:t>
            </a:r>
            <a:endParaRPr lang="en-IN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8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706082" y="1952203"/>
            <a:ext cx="992463" cy="99246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48235" y="4447339"/>
            <a:ext cx="508158" cy="543805"/>
            <a:chOff x="0" y="0"/>
            <a:chExt cx="812800" cy="86981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48235" y="3107362"/>
            <a:ext cx="508158" cy="543805"/>
            <a:chOff x="0" y="0"/>
            <a:chExt cx="812800" cy="86981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48235" y="5115753"/>
            <a:ext cx="508158" cy="543805"/>
            <a:chOff x="0" y="0"/>
            <a:chExt cx="812800" cy="86981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48235" y="3776486"/>
            <a:ext cx="508158" cy="543805"/>
            <a:chOff x="0" y="0"/>
            <a:chExt cx="812800" cy="86981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48235" y="6455730"/>
            <a:ext cx="508158" cy="543805"/>
            <a:chOff x="0" y="0"/>
            <a:chExt cx="812800" cy="86981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48235" y="5784877"/>
            <a:ext cx="508158" cy="543805"/>
            <a:chOff x="0" y="0"/>
            <a:chExt cx="812800" cy="86981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48235" y="7123361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48235" y="7790991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E796552-E8BF-2718-F921-20F9BAE7EE98}"/>
              </a:ext>
            </a:extLst>
          </p:cNvPr>
          <p:cNvSpPr txBox="1"/>
          <p:nvPr/>
        </p:nvSpPr>
        <p:spPr>
          <a:xfrm>
            <a:off x="152400" y="342900"/>
            <a:ext cx="1813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7E9E58-77B6-079D-9D0D-E380CADAD23D}"/>
              </a:ext>
            </a:extLst>
          </p:cNvPr>
          <p:cNvSpPr txBox="1"/>
          <p:nvPr/>
        </p:nvSpPr>
        <p:spPr>
          <a:xfrm>
            <a:off x="1819927" y="2040585"/>
            <a:ext cx="16166866" cy="66941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300" dirty="0" err="1"/>
              <a:t>EduTicket</a:t>
            </a:r>
            <a:r>
              <a:rPr lang="en-US" sz="3300" dirty="0"/>
              <a:t> is a React JS based web application for online ticket booking of internal department events.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300" dirty="0"/>
              <a:t>Enables students and faculty to view event details including name, date, time, venue, and ticket price.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300" dirty="0"/>
              <a:t>Provides seamless online booking functionality with real-time ticket availability tracking.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300" dirty="0"/>
              <a:t>Implements comprehensive validation to ensure data integrity and user-friendly error messages.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300" dirty="0"/>
              <a:t>Displays booking confirmation messages with booking summary after successful registration.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300" dirty="0"/>
              <a:t>Features automatic calculation of total amount based on number of tickets and ticket price.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300" dirty="0"/>
              <a:t>Implements state management using React hooks for efficient data handling and component communication.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300" dirty="0"/>
              <a:t>Ensures responsive design and clean code organization for maintainability and scalability.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709357" y="2648112"/>
            <a:ext cx="992463" cy="99246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376253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A8A7B8E9-D90B-1CF8-14D3-8D2483CAFC58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DE2941C-1504-53F9-99B2-48002CA9A345}"/>
              </a:ext>
            </a:extLst>
          </p:cNvPr>
          <p:cNvSpPr txBox="1"/>
          <p:nvPr/>
        </p:nvSpPr>
        <p:spPr>
          <a:xfrm>
            <a:off x="1804695" y="2881342"/>
            <a:ext cx="16111025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200" dirty="0"/>
              <a:t>Manual event registration and ticket booking processes are time-consuming and error-prone.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Students face difficulty accessing event information scattered across different platforms.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Lack of real-time ticket availability tracking leads to overbooking and registration conflicts.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No automated confirmation system results in communication gaps between organizers and participants.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Manual validation of ticket numbers and availability is inefficient and prone to mistakes.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Students cannot easily view comprehensive event details in a single centralized platform.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Event organizers struggle to manage ticket inventory and participant information manually.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Absence of proper error handling causes poor user experience during booking process.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09357" y="3315742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5B915D36-EE4F-CB45-6DD3-E1B9C803EB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OBJECTIVE(S)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Freeform 10">
            <a:extLst>
              <a:ext uri="{FF2B5EF4-FFF2-40B4-BE49-F238E27FC236}">
                <a16:creationId xmlns:a16="http://schemas.microsoft.com/office/drawing/2014/main" id="{CC7EEF9B-9155-23B5-AEE9-85067B6C258B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56A0A3A-1541-5EC0-5370-02DA282ABDDE}"/>
              </a:ext>
            </a:extLst>
          </p:cNvPr>
          <p:cNvSpPr txBox="1"/>
          <p:nvPr/>
        </p:nvSpPr>
        <p:spPr>
          <a:xfrm>
            <a:off x="2403275" y="3348049"/>
            <a:ext cx="15082325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To develop a React JS based web application for efficient online ticket booking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To display comprehensive event details including name, department, date, time, venue, and pricing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To implement real-time ticket availability tracking and overbooking prevention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To ensure all input fields are validated with user-friendly error messages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To provide automated booking confirmation with detailed booking summary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/>
          <p:cNvGrpSpPr/>
          <p:nvPr/>
        </p:nvGrpSpPr>
        <p:grpSpPr>
          <a:xfrm>
            <a:off x="709357" y="3983373"/>
            <a:ext cx="992463" cy="992463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3315742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5" name="Freeform 10">
            <a:extLst>
              <a:ext uri="{FF2B5EF4-FFF2-40B4-BE49-F238E27FC236}">
                <a16:creationId xmlns:a16="http://schemas.microsoft.com/office/drawing/2014/main" id="{D5D1FD99-C9A7-927E-AD67-E70F11DBAAA2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7218D14-8F44-8040-8BFD-49A59591F527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8F19716-1653-9AE0-442E-B3829A585B46}"/>
              </a:ext>
            </a:extLst>
          </p:cNvPr>
          <p:cNvSpPr txBox="1"/>
          <p:nvPr/>
        </p:nvSpPr>
        <p:spPr>
          <a:xfrm>
            <a:off x="1809611" y="1972687"/>
            <a:ext cx="16033834" cy="79714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200" dirty="0"/>
              <a:t>A React JS based web application built with Vite for fast development and optimal performance.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Two main modules: Event Details Module displaying event information and Booking Module for ticket reservations.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Event Details Module shows event name, department, date/time, venue, ticket price, and available ticket count.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Booking Module allows users to enter name, email ID, department, and desired number of tickets.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Implements comprehensive validation for mandatory fields, email format, and positive ticket numbers.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Prevents overbooking by automatically checking ticket availability before confirming bookings.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Displays detailed booking confirmation message including user name, event name, quantity, and total amount.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Utilizes React functional components with </a:t>
            </a:r>
            <a:r>
              <a:rPr lang="en-US" sz="3200" dirty="0" err="1"/>
              <a:t>useState</a:t>
            </a:r>
            <a:r>
              <a:rPr lang="en-US" sz="3200" dirty="0"/>
              <a:t> hook for efficient state management and real-time updates.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09357" y="4655766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1509" y="3320505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51509" y="1987111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3988135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2652874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6430348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5764584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7088453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7756083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1" name="Freeform 10">
            <a:extLst>
              <a:ext uri="{FF2B5EF4-FFF2-40B4-BE49-F238E27FC236}">
                <a16:creationId xmlns:a16="http://schemas.microsoft.com/office/drawing/2014/main" id="{01BC0C31-7FCD-94EE-8B85-19FBC227565C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4B3B85F-0C7B-16B9-6D50-94A4DFD2D192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5F9D4B0-38FE-DBA4-164D-1745B68379A5}"/>
              </a:ext>
            </a:extLst>
          </p:cNvPr>
          <p:cNvSpPr txBox="1"/>
          <p:nvPr/>
        </p:nvSpPr>
        <p:spPr>
          <a:xfrm>
            <a:off x="2186861" y="3227405"/>
            <a:ext cx="15082325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React JS based single-page application with component-based architecture.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200" dirty="0"/>
              <a:t>Event Details Component displays comprehensive event information to users.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200" dirty="0"/>
              <a:t>Booking Form Component handles user input with built-in validation logic.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200" dirty="0"/>
              <a:t>State Management using React </a:t>
            </a:r>
            <a:r>
              <a:rPr lang="en-US" sz="3200" dirty="0" err="1"/>
              <a:t>useState</a:t>
            </a:r>
            <a:r>
              <a:rPr lang="en-US" sz="3200" dirty="0"/>
              <a:t> Hook for managing application state.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200" dirty="0"/>
              <a:t>Ensures smooth communication between components using props and callbacks.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200" dirty="0"/>
              <a:t>Implements event handling for user interactions (button clicks, form submissions).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200" dirty="0"/>
              <a:t>Utilizes conditional rendering to display content based on application state.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200" dirty="0"/>
              <a:t>Maintains clean separation of concerns with modular functional components.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>
            <a:off x="735588" y="5318634"/>
            <a:ext cx="992463" cy="992463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77741" y="6425585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id="{3663A130-069F-2D83-78E7-4DA0FE7AAC6E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B156733-A733-69AA-7523-59650E125994}"/>
              </a:ext>
            </a:extLst>
          </p:cNvPr>
          <p:cNvSpPr txBox="1"/>
          <p:nvPr/>
        </p:nvSpPr>
        <p:spPr>
          <a:xfrm>
            <a:off x="190500" y="315938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859FF0-0CBB-7B1D-8781-0A50247B7C63}"/>
              </a:ext>
            </a:extLst>
          </p:cNvPr>
          <p:cNvSpPr txBox="1"/>
          <p:nvPr/>
        </p:nvSpPr>
        <p:spPr>
          <a:xfrm>
            <a:off x="2590799" y="2327344"/>
            <a:ext cx="14719459" cy="66941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300" dirty="0"/>
              <a:t>   User opens the React application in a web browser and views available events.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300" dirty="0"/>
              <a:t>Event Details Module displays event information with name, date, time, venue, and pricing.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300" dirty="0"/>
              <a:t>User selects an event and fills the booking form with personal details.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300" dirty="0"/>
              <a:t>Application validates all inputs: mandatory fields, valid email format, positive ticket numbers.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300" dirty="0"/>
              <a:t>If tickets are available, system prevents overbooking and allows booking confirmation.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300" dirty="0"/>
              <a:t>Application displays real-time updated ticket count after successful booking.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300" dirty="0"/>
              <a:t>Booking confirmation message shows user name, event name, tickets booked, and total amount.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300" dirty="0"/>
              <a:t>System handles errors gracefully with user-friendly error messages for invalid inputs.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9"/>
          <p:cNvGrpSpPr/>
          <p:nvPr/>
        </p:nvGrpSpPr>
        <p:grpSpPr>
          <a:xfrm>
            <a:off x="735588" y="5976927"/>
            <a:ext cx="992463" cy="992463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id="{307389F6-23D0-83F6-DD02-F20D61DADE76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4ED097B-FECF-66E6-2A98-0F8B4D948FC8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6E9F5F9-CCF8-6F05-4C01-034C88D7529E}"/>
              </a:ext>
            </a:extLst>
          </p:cNvPr>
          <p:cNvSpPr txBox="1"/>
          <p:nvPr/>
        </p:nvSpPr>
        <p:spPr>
          <a:xfrm>
            <a:off x="2176975" y="1562100"/>
            <a:ext cx="15082325" cy="78483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Frontend Technologies</a:t>
            </a:r>
          </a:p>
          <a:p>
            <a:r>
              <a:rPr lang="en-IN" sz="2800" b="1" dirty="0"/>
              <a:t>React JS </a:t>
            </a:r>
            <a:r>
              <a:rPr lang="en-IN" sz="2800" dirty="0"/>
              <a:t>– Main framework for building user interface with functional components.</a:t>
            </a:r>
          </a:p>
          <a:p>
            <a:r>
              <a:rPr lang="en-IN" sz="2800" b="1" dirty="0"/>
              <a:t>JSX </a:t>
            </a:r>
            <a:r>
              <a:rPr lang="en-IN" sz="2800" dirty="0"/>
              <a:t>– Syntax extension for writing HTML-like code within JavaScript components.</a:t>
            </a:r>
          </a:p>
          <a:p>
            <a:r>
              <a:rPr lang="en-IN" sz="2800" b="1" dirty="0"/>
              <a:t>React Hooks </a:t>
            </a:r>
            <a:r>
              <a:rPr lang="en-IN" sz="2800" dirty="0"/>
              <a:t>(</a:t>
            </a:r>
            <a:r>
              <a:rPr lang="en-IN" sz="2800" dirty="0" err="1"/>
              <a:t>useState</a:t>
            </a:r>
            <a:r>
              <a:rPr lang="en-IN" sz="2800" dirty="0"/>
              <a:t>) – For managing component state and side effects.</a:t>
            </a:r>
          </a:p>
          <a:p>
            <a:r>
              <a:rPr lang="en-IN" sz="2800" b="1" dirty="0"/>
              <a:t>React Router </a:t>
            </a:r>
            <a:r>
              <a:rPr lang="en-IN" sz="2800" dirty="0"/>
              <a:t>– For handling navigation and routing between pages.</a:t>
            </a:r>
          </a:p>
          <a:p>
            <a:r>
              <a:rPr lang="en-IN" sz="2800" b="1" dirty="0"/>
              <a:t>Axios </a:t>
            </a:r>
            <a:r>
              <a:rPr lang="en-IN" sz="2800" dirty="0"/>
              <a:t>– For making HTTP requests to backend services.</a:t>
            </a:r>
          </a:p>
          <a:p>
            <a:endParaRPr lang="en-IN" sz="2800" dirty="0"/>
          </a:p>
          <a:p>
            <a:r>
              <a:rPr lang="en-IN" sz="2800" b="1" dirty="0"/>
              <a:t>Styling &amp; Build Tools</a:t>
            </a:r>
          </a:p>
          <a:p>
            <a:r>
              <a:rPr lang="en-IN" sz="2800" b="1" dirty="0"/>
              <a:t>CSS3 </a:t>
            </a:r>
            <a:r>
              <a:rPr lang="en-IN" sz="2800" dirty="0"/>
              <a:t>– For styling components and creating responsive design.</a:t>
            </a:r>
          </a:p>
          <a:p>
            <a:r>
              <a:rPr lang="en-IN" sz="2800" b="1" dirty="0"/>
              <a:t>Vite</a:t>
            </a:r>
            <a:r>
              <a:rPr lang="en-IN" sz="2800" dirty="0"/>
              <a:t> – Modern build tool for development and production builds.</a:t>
            </a:r>
          </a:p>
          <a:p>
            <a:r>
              <a:rPr lang="en-IN" sz="2800" b="1" dirty="0"/>
              <a:t>Responsive Design </a:t>
            </a:r>
            <a:r>
              <a:rPr lang="en-IN" sz="2800" dirty="0"/>
              <a:t>– Ensures application works on desktop and mobile devices.</a:t>
            </a:r>
          </a:p>
          <a:p>
            <a:endParaRPr lang="en-IN" sz="2800" dirty="0"/>
          </a:p>
          <a:p>
            <a:r>
              <a:rPr lang="en-IN" sz="2800" b="1" dirty="0"/>
              <a:t>Development Environment</a:t>
            </a:r>
          </a:p>
          <a:p>
            <a:r>
              <a:rPr lang="en-IN" sz="2800" b="1" dirty="0"/>
              <a:t>Node.js </a:t>
            </a:r>
            <a:r>
              <a:rPr lang="en-IN" sz="2800" dirty="0"/>
              <a:t>– JavaScript runtime for running development server.</a:t>
            </a:r>
          </a:p>
          <a:p>
            <a:r>
              <a:rPr lang="en-IN" sz="2800" b="1" dirty="0" err="1"/>
              <a:t>npm</a:t>
            </a:r>
            <a:r>
              <a:rPr lang="en-IN" sz="2800" dirty="0"/>
              <a:t> – Package manager for managing project dependencies.</a:t>
            </a:r>
          </a:p>
          <a:p>
            <a:r>
              <a:rPr lang="en-IN" sz="2800" b="1" dirty="0"/>
              <a:t>TypeScript </a:t>
            </a:r>
            <a:r>
              <a:rPr lang="en-IN" sz="2800" dirty="0"/>
              <a:t>– Optional type checking for JavaScript code quality.</a:t>
            </a:r>
          </a:p>
          <a:p>
            <a:r>
              <a:rPr lang="en-IN" sz="2800" b="1" dirty="0"/>
              <a:t>VS Code </a:t>
            </a:r>
            <a:r>
              <a:rPr lang="en-IN" sz="2800" dirty="0"/>
              <a:t>– Code editor for development.</a:t>
            </a:r>
          </a:p>
          <a:p>
            <a:r>
              <a:rPr lang="en-IN" sz="2800" b="1" dirty="0"/>
              <a:t>Web Browser </a:t>
            </a:r>
            <a:r>
              <a:rPr lang="en-IN" sz="2800" dirty="0"/>
              <a:t>– For running and testing the application.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A1BCE7C-890E-A01E-691E-1D3D07CF6333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304C197-EAC7-7A26-FAED-ED7302DBEC6E}"/>
              </a:ext>
            </a:extLst>
          </p:cNvPr>
          <p:cNvSpPr txBox="1"/>
          <p:nvPr/>
        </p:nvSpPr>
        <p:spPr>
          <a:xfrm>
            <a:off x="2203101" y="1265170"/>
            <a:ext cx="15082325" cy="85869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Event Details Module</a:t>
            </a:r>
          </a:p>
          <a:p>
            <a:r>
              <a:rPr lang="en-US" sz="2400" dirty="0"/>
              <a:t>Displays event name, department, date/time, venue, ticket price, and availability.</a:t>
            </a:r>
          </a:p>
          <a:p>
            <a:r>
              <a:rPr lang="en-US" sz="2400" dirty="0"/>
              <a:t>Shows event information in a user-friendly format for easy understanding.</a:t>
            </a:r>
          </a:p>
          <a:p>
            <a:r>
              <a:rPr lang="en-US" sz="2400" dirty="0"/>
              <a:t>Allows users to view all event details before making booking decisions.</a:t>
            </a:r>
          </a:p>
          <a:p>
            <a:endParaRPr lang="en-US" sz="2400" dirty="0"/>
          </a:p>
          <a:p>
            <a:r>
              <a:rPr lang="en-US" sz="2400" b="1" dirty="0"/>
              <a:t>Ticket Booking Module</a:t>
            </a:r>
          </a:p>
          <a:p>
            <a:r>
              <a:rPr lang="en-US" sz="2400" dirty="0"/>
              <a:t>Accepts user inputs: name, email ID, department, and number of tickets required.</a:t>
            </a:r>
          </a:p>
          <a:p>
            <a:r>
              <a:rPr lang="en-US" sz="2400" dirty="0"/>
              <a:t>Validates all inputs with appropriate error messages for invalid data.</a:t>
            </a:r>
          </a:p>
          <a:p>
            <a:r>
              <a:rPr lang="en-US" sz="2400" dirty="0"/>
              <a:t>Prevents booking more tickets than available through validation logic.</a:t>
            </a:r>
          </a:p>
          <a:p>
            <a:r>
              <a:rPr lang="en-US" sz="2400" dirty="0"/>
              <a:t>Calculates total amount based on ticket price and quantity selected.</a:t>
            </a:r>
          </a:p>
          <a:p>
            <a:endParaRPr lang="en-US" sz="2400" dirty="0"/>
          </a:p>
          <a:p>
            <a:r>
              <a:rPr lang="en-US" sz="2400" b="1" dirty="0"/>
              <a:t>Validation &amp; Error Handling Module</a:t>
            </a:r>
          </a:p>
          <a:p>
            <a:r>
              <a:rPr lang="en-US" sz="2400" dirty="0"/>
              <a:t>Ensures all mandatory fields are filled before submission.</a:t>
            </a:r>
          </a:p>
          <a:p>
            <a:r>
              <a:rPr lang="en-US" sz="2400" dirty="0"/>
              <a:t>Validates email format using regex patterns or built-in validation.</a:t>
            </a:r>
          </a:p>
          <a:p>
            <a:r>
              <a:rPr lang="en-US" sz="2400" dirty="0"/>
              <a:t>Checks that number of tickets is a positive number.</a:t>
            </a:r>
          </a:p>
          <a:p>
            <a:r>
              <a:rPr lang="en-US" sz="2400" dirty="0"/>
              <a:t>Prevents overbooking by comparing requested tickets with available tickets.</a:t>
            </a:r>
          </a:p>
          <a:p>
            <a:r>
              <a:rPr lang="en-US" sz="2400" dirty="0"/>
              <a:t>Displays user-friendly error messages for all validation failures.</a:t>
            </a:r>
          </a:p>
          <a:p>
            <a:endParaRPr lang="en-US" sz="2400" dirty="0"/>
          </a:p>
          <a:p>
            <a:r>
              <a:rPr lang="en-US" sz="2400" b="1" dirty="0"/>
              <a:t>Booking Confirmation Module</a:t>
            </a:r>
          </a:p>
          <a:p>
            <a:r>
              <a:rPr lang="en-US" sz="2400" dirty="0"/>
              <a:t>Displays confirmation message after successful booking.</a:t>
            </a:r>
          </a:p>
          <a:p>
            <a:r>
              <a:rPr lang="en-US" sz="2400" dirty="0"/>
              <a:t>Shows booking summary including user name, event name, quantity, and total amount.</a:t>
            </a:r>
          </a:p>
          <a:p>
            <a:r>
              <a:rPr lang="en-US" sz="2400" dirty="0"/>
              <a:t>Updates available ticket count in real-time after confirmation.</a:t>
            </a:r>
          </a:p>
          <a:p>
            <a:r>
              <a:rPr lang="en-US" sz="2400" dirty="0"/>
              <a:t>Provides option to reset form for additional bookings.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BFBA1B-7EE7-47B6-41F3-C4B61A979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D8CD5C70-566B-9213-9F31-546BB621CCAF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7EBAE7EB-82E8-3AF5-3C43-EA7688F7325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5294143A-C171-B89D-02DF-136CB32B43C9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811A371D-2A07-AABC-E66C-143D37E0F12C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2F7BDC7D-6911-7D85-E73A-2061DE32440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6DEA2241-E6A3-8051-F424-21070A5DF29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4DD3D6A9-1C97-9943-C984-B50356BAE3FF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6BB1489C-F4F8-D62E-3AD9-3CAA028A426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4A64A6E-EA7C-DFF0-C280-5041CD8B135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BE5FF856-5043-C428-B45A-4C00BF9D3418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CFC7AF72-B76A-8AD8-7E70-BDE8837D662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F6C277EF-EDEF-0F79-B4B2-AB1B3E58301A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A32CD2C6-1D06-729E-1157-B2EAAEA172A4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A222D7EA-F7CE-B4F5-4D06-02860C5AC3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17F695A3-7B3D-00FE-26D6-E53B473BCF1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5A8D3527-DD17-232E-3ECB-BDBFC0FF3DE7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1C3EBC87-5F86-657B-5C0D-7DFFB3C4281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5638183B-03CC-91E5-1C67-EAD126FB6DA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8C4C8B82-0B52-9912-DBAF-71546B2F401E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371F41C0-C399-6E94-B393-623F6ED78C3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5375A05-CD15-FECF-CF37-72BD8B495C3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FFA9D0CA-D989-1DF0-9CD9-7BB1BF37D00D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6D72D40E-C3C8-1774-56F7-396EA1F5463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2A94558C-EEEF-6159-C648-7ED1F2545B1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A8A0868D-7450-B2DC-5A6A-A607E39122E3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27C0AD0-E7DC-50B1-90B8-A6B2DA72DDA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9B60539C-7696-ACA6-9070-BC481578187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0A2A8C1-A254-99B6-B7B0-C5A8A5BB008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B814A5FC-F17C-8D1A-04C8-1ED6A2AE0E6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2EC11913-1FC3-79C0-FB94-72486D9673F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6CB89B22-25E1-321C-5A74-15CF8EBC7CA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35C6402D-9C63-51C1-99A9-4206C05377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40E326A-C685-3DD4-BB3B-A19D6091B9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3518" y="1781645"/>
            <a:ext cx="15051212" cy="7248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1011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CF319D-58F2-DF9E-632A-90472F50F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ADE101F0-A2BF-16E8-7BEC-541911EA9510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C43B1E5B-104E-DCD5-F042-8DABFE8225A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846A8601-B4CB-7C78-2833-947EEC356CD7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8(A)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1C63788E-DB35-987D-1A89-4C3F169DF70E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676646B6-C6D6-F677-3CA9-56BE5CE444A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3CDDAA79-D530-F622-0CC8-ECE3E95F952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8227745F-FD1B-7135-E88E-D6B924C5CB24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79292FA3-A80E-1540-0024-754AADCDB01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5A8C7117-591A-F089-5F54-0229077FDEA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29278237-7990-A997-2285-EB2F5BB4EF44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F37C1434-DB0E-53EF-4140-56A0F3CD6EA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4FC388C1-59EC-CA17-BA41-9AF3AAD42D8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90F65A21-E49B-9858-6EAD-EBC3142E623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EFDE14F0-9F59-E35F-B5B7-45C77C56354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E1181869-B448-2B7A-67F5-160B09C76D9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8B27AB66-420C-E7D0-5891-910B564CA2C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F0605CE2-624E-D2DA-6357-65C5FA138C6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DA9B1286-A8A4-091B-5AF9-F0B275F703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127DF020-AEA7-8D57-9411-90D58D65D05B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00BA2729-D580-CF8D-87CD-EE786F2E40E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F0B6F8BA-7047-AE2A-DB03-E6846F9FAEA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B5DE7324-71F9-1D79-AB1E-F97481653389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E780ED4E-44DF-E344-CCEA-834D1374F6A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AC7D9CD8-E54E-AD67-D59B-5D4A37A1B41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3560347-DE50-10F7-9905-7228E593D28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1B9E463A-B010-8D72-6350-7242CB0AAF5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C15BE220-858E-1446-5B56-D3329A06A99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8F156A3-70B1-1344-389E-4B3C64CA921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A36A5C58-00A3-2FE9-36E4-D92AAF44A0F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BADF0EED-F663-F70E-9BB3-C0F576114D0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54542349-F329-7DA6-DBD4-7EFA939B9892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B6CAD810-8433-9B89-E144-29986E25063F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46F2C30-13B1-3754-C147-D58A899BC459}"/>
              </a:ext>
            </a:extLst>
          </p:cNvPr>
          <p:cNvSpPr txBox="1"/>
          <p:nvPr/>
        </p:nvSpPr>
        <p:spPr>
          <a:xfrm>
            <a:off x="2209800" y="1638300"/>
            <a:ext cx="15082325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0975914-E135-0296-D310-2A3B6C6814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5156" y="1999900"/>
            <a:ext cx="14908054" cy="7163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1873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F4F051-5473-4E78-FEB2-59A87A5FB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66BE183E-F015-FFD4-5C84-C25B4DCE490A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3AEC1772-D597-ACC7-7EF1-FF0460F37AA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46839344-8B05-5C56-F0B1-64E24F458991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8(B)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23B54700-9ABF-8EDD-8B21-24A9248C534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B99246F8-F6B5-2F2E-2FB4-FAE1DD41DCC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B7CDDD7B-8A9B-223F-951A-473D0C9404F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B3E1A8FC-D0F1-BD05-9C14-C10EAE95E57E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CEB5FB4E-3BF3-BC6A-6692-FE375141E45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38F8F103-F0A5-8F95-A139-8DBEBEF19C2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8C558648-2D59-16EB-3098-EAF5DE978B1F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B168779D-5467-4E78-AD1E-36B5A75A347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8AFC0BB4-20A4-849D-A1E4-FA90A8DDCC7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700D33AC-D53D-0E96-8752-E5DA06AE57A5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14DABAFB-38B3-CE49-B21D-A496D7EC2A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BE27A610-3BC0-BFBC-2A61-4C157B024EF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6C0E28B4-531C-D2E1-F3C9-B5A98A28B69D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C193347-3923-7F1F-A580-A7462B158EC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C5DDC20D-7BD0-E255-26F1-86A88AF67CF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9DBB21A1-CAFF-686E-D181-980219283F7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5531A9C5-B561-53EA-BF9A-3BE6A607C1B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D8870C21-3327-4D63-FD34-36BC479967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4D7C3EBE-FA20-7E4C-13DD-84F1A98618F6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C1E3AE62-1B2B-FE1E-010C-A26C4F613A6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CDA04BD5-C99C-980C-6593-EDEA378D6C3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77207A6-9552-432B-0793-EB6A88EE3C1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7447A1E-BA0C-26C0-C743-E590A55A653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8D425BCC-6A0F-30CB-18E7-D1E21E871D9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35F87FC1-4854-F9D4-8104-40945AD6A772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C7CF20EF-980A-2D88-E968-DCB5B8BC6CF8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A7A686B7-4E4C-A5FA-60CD-A6EFF9DEAD8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3ECD8D52-6368-578C-BEB2-0B1BA37FD45D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638323CF-7DCB-075F-B739-0F88472F060D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C0EA81E-D408-1A06-6895-1BF3CA09E497}"/>
              </a:ext>
            </a:extLst>
          </p:cNvPr>
          <p:cNvSpPr txBox="1"/>
          <p:nvPr/>
        </p:nvSpPr>
        <p:spPr>
          <a:xfrm>
            <a:off x="2209800" y="1638300"/>
            <a:ext cx="15082325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CA53530-E854-9B9C-F318-5B48DAC618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2740" y="1939103"/>
            <a:ext cx="14593560" cy="6965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448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EBAB55-7601-3C41-6F10-EE0F67F77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B9E2C662-B058-485B-BFC3-199F93F6D154}"/>
              </a:ext>
            </a:extLst>
          </p:cNvPr>
          <p:cNvGrpSpPr/>
          <p:nvPr/>
        </p:nvGrpSpPr>
        <p:grpSpPr>
          <a:xfrm>
            <a:off x="735588" y="7321525"/>
            <a:ext cx="992463" cy="992463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F125CA7A-BCD4-5B7F-7069-AE7F5BD10A9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07E08158-57E2-530C-A7FD-5AF72088CF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CB09EB64-B1EE-DA7A-E7DC-97163FE53167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4B04A57D-53E9-134E-70C7-51485932A21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AC0A25AD-0459-BAEA-2E7B-0D9279AE1BC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E0EBC171-BEE8-2D5E-8755-EE50B2570259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E4000A93-AB8F-B573-E218-7434988FD58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1228826C-BC2E-0DA0-107F-341F9D1A494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7FD594E4-E181-FD3B-1C72-DE2D718C274A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C16DA90C-521A-EFE9-8EE9-CB3967A5095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5A678428-7466-DB88-0126-41232DE4A0D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91D279A8-BDAA-B12E-DD4B-9978E9D5005C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308F1BB3-7F58-DE0C-71F1-9782E09061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35F43F9B-B904-0414-7AA7-1E7959C4C9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311E9EBB-A9CE-A64F-FF44-F82C0D52AC3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DED3A9EA-E50F-553B-EDAA-87F95FD2280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7E9C7CEA-D993-4107-0776-54AC90E2062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7B397A27-1CC9-9661-DA24-10B3E104239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2A8CD899-9C63-11A3-805F-4CA0E12C7CB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1976C224-9A36-532E-5E8B-B738C9FBC3F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6" name="Group 26">
            <a:extLst>
              <a:ext uri="{FF2B5EF4-FFF2-40B4-BE49-F238E27FC236}">
                <a16:creationId xmlns:a16="http://schemas.microsoft.com/office/drawing/2014/main" id="{E8CFE39F-6666-6E69-8980-5B55F6D56478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F859737D-AFDF-BDFC-6651-3B954F2DD4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>
              <a:extLst>
                <a:ext uri="{FF2B5EF4-FFF2-40B4-BE49-F238E27FC236}">
                  <a16:creationId xmlns:a16="http://schemas.microsoft.com/office/drawing/2014/main" id="{B7B59B44-AD68-1549-9F86-A09D82459B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>
            <a:extLst>
              <a:ext uri="{FF2B5EF4-FFF2-40B4-BE49-F238E27FC236}">
                <a16:creationId xmlns:a16="http://schemas.microsoft.com/office/drawing/2014/main" id="{3FACABC2-D51C-1EF5-0D1B-34B410283F2E}"/>
              </a:ext>
            </a:extLst>
          </p:cNvPr>
          <p:cNvGrpSpPr/>
          <p:nvPr/>
        </p:nvGrpSpPr>
        <p:grpSpPr>
          <a:xfrm>
            <a:off x="977741" y="6653894"/>
            <a:ext cx="508158" cy="543805"/>
            <a:chOff x="0" y="0"/>
            <a:chExt cx="812800" cy="869819"/>
          </a:xfrm>
        </p:grpSpPr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6DD43112-BD1E-86D9-D9C6-3C97559FC56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>
              <a:extLst>
                <a:ext uri="{FF2B5EF4-FFF2-40B4-BE49-F238E27FC236}">
                  <a16:creationId xmlns:a16="http://schemas.microsoft.com/office/drawing/2014/main" id="{C34845E4-4A4B-0A81-5A55-14004816579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sp>
        <p:nvSpPr>
          <p:cNvPr id="32" name="Freeform 32">
            <a:extLst>
              <a:ext uri="{FF2B5EF4-FFF2-40B4-BE49-F238E27FC236}">
                <a16:creationId xmlns:a16="http://schemas.microsoft.com/office/drawing/2014/main" id="{05CB8E9D-B497-44FF-DB18-7D166BD2DA61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44" name="Group 44">
            <a:extLst>
              <a:ext uri="{FF2B5EF4-FFF2-40B4-BE49-F238E27FC236}">
                <a16:creationId xmlns:a16="http://schemas.microsoft.com/office/drawing/2014/main" id="{FBD0A79F-CA0B-2560-37ED-E07624B11027}"/>
              </a:ext>
            </a:extLst>
          </p:cNvPr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>
              <a:extLst>
                <a:ext uri="{FF2B5EF4-FFF2-40B4-BE49-F238E27FC236}">
                  <a16:creationId xmlns:a16="http://schemas.microsoft.com/office/drawing/2014/main" id="{25583CD3-FA12-1B53-043B-9FE4E18BA02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>
              <a:extLst>
                <a:ext uri="{FF2B5EF4-FFF2-40B4-BE49-F238E27FC236}">
                  <a16:creationId xmlns:a16="http://schemas.microsoft.com/office/drawing/2014/main" id="{FA405478-0BA8-4A85-A81A-B9346174FE6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BC926643-39EA-932E-6755-230476B3078D}"/>
              </a:ext>
            </a:extLst>
          </p:cNvPr>
          <p:cNvSpPr txBox="1"/>
          <p:nvPr/>
        </p:nvSpPr>
        <p:spPr>
          <a:xfrm>
            <a:off x="190500" y="290493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&amp; LIMITATIONS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5A43F7-4792-50D6-B9CB-E0E3CF23274A}"/>
              </a:ext>
            </a:extLst>
          </p:cNvPr>
          <p:cNvSpPr txBox="1"/>
          <p:nvPr/>
        </p:nvSpPr>
        <p:spPr>
          <a:xfrm>
            <a:off x="2077934" y="1622402"/>
            <a:ext cx="15223789" cy="79406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 centralized online platform for viewing and booking event tickets.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Eliminates manual registration process with automated online booking system.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ticket availability tracking prevents overbooking and conflicts.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Comprehensive validation ensures data integrity and improves user experience.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booking confirmation provides instant feedback to users.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Responsive design works seamlessly on desktop and mobile devices.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Modular React component architecture enables easy maintenance and future enhancements.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communication gaps between event organizers and participants.</a:t>
            </a:r>
          </a:p>
          <a:p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Requires JavaScript enabled browser for proper application functionality.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 server needed for data persistence and API endpoints.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Email validation only checks format, not actual email delivery.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payment gateway integration for online payments.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to web platform (can be extended to mobile apps in future).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real-time notification system (can be added with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WebSockets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user authentication system (users not required to login).</a:t>
            </a:r>
          </a:p>
        </p:txBody>
      </p:sp>
    </p:spTree>
    <p:extLst>
      <p:ext uri="{BB962C8B-B14F-4D97-AF65-F5344CB8AC3E}">
        <p14:creationId xmlns:p14="http://schemas.microsoft.com/office/powerpoint/2010/main" val="18389767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reeform 32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3" name="TextBox 43"/>
          <p:cNvSpPr txBox="1"/>
          <p:nvPr/>
        </p:nvSpPr>
        <p:spPr>
          <a:xfrm>
            <a:off x="3200400" y="4486172"/>
            <a:ext cx="11159653" cy="1314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149"/>
              </a:lnSpc>
            </a:pPr>
            <a:r>
              <a:rPr lang="en-US" sz="11153" b="1" i="1" dirty="0">
                <a:solidFill>
                  <a:srgbClr val="191919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Thank you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344</TotalTime>
  <Words>1321</Words>
  <Application>Microsoft Office PowerPoint</Application>
  <PresentationFormat>Custom</PresentationFormat>
  <Paragraphs>259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Bookman Old Style</vt:lpstr>
      <vt:lpstr>Calibri</vt:lpstr>
      <vt:lpstr>Gotham</vt:lpstr>
      <vt:lpstr>Gotham Bold Italics</vt:lpstr>
      <vt:lpstr>Cambria</vt:lpstr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Orange Simple Portfolio Presentation</dc:title>
  <dc:creator>Gouse D</dc:creator>
  <cp:lastModifiedBy>Venkata naga sai singamsetty</cp:lastModifiedBy>
  <cp:revision>18</cp:revision>
  <dcterms:created xsi:type="dcterms:W3CDTF">2006-08-16T00:00:00Z</dcterms:created>
  <dcterms:modified xsi:type="dcterms:W3CDTF">2026-05-06T08:00:36Z</dcterms:modified>
  <dc:identifier>DAHCaYqJ9OU</dc:identifier>
</cp:coreProperties>
</file>