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A71763-FCA1-4B60-940F-BD9DA5C85367}" v="10" dt="2026-04-20T16:52:00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8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Department Event Ticket Booking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S. Venkata Naga Sai   VTU26083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Reg.No.23UECS1209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 .S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819927" y="2040585"/>
            <a:ext cx="16166866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err="1"/>
              <a:t>EduTicket</a:t>
            </a:r>
            <a:r>
              <a:rPr lang="en-US" sz="3300" dirty="0"/>
              <a:t> is a React JS based web application for online ticket booking of internal department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Enables students and faculty to view event details including name, date, time, venue,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Provides seamless online booking functionality with real-time ticket availability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comprehensive validation to ensure data integrity and user-friendly error messages.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Displays booking confirmation messages with booking summary after successful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Features automatic calculation of total amount based on number of tickets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state management using React hooks for efficient data handling and component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Ensures responsive design and clean code organization for maintainability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04695" y="2881342"/>
            <a:ext cx="16111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Manual event registration and ticket booking processes are time-consuming and error-prone.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face difficulty accessing event information scattered across different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real-time ticket availability tracking leads to overbooking and registration conflicts.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automated confirmation system results in communication gaps between organizers and participants.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Manual validation of ticket numbers and availability is inefficient and prone to mistakes.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cannot easily view comprehensive event details in a single centralized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organizers struggle to manage ticket inventory and participant information manually.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Absence of proper error handling causes poor user experience during booking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develop a React JS based web application for efficient online ticket booking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display comprehensive event details including name, department, date, time, venue, and pricing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implement real-time ticket availability tracking and overbooking prevention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ensure all input fields are validated with user-friendly error messages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provide automated booking confirmation with detailed booking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809611" y="1972687"/>
            <a:ext cx="16033834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 React JS based web application built with Vite for fast development and optimal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Two main modules: Event Details Module displaying event information and Booking Module for ticket reservations.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Details Module shows event name, department, date/time, venue, ticket price, and available ticket count.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Booking Module allows users to enter name, email ID, department, and desired number of tickets.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Implements comprehensive validation for mandatory fields, email format, and positive ticket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Prevents overbooking by automatically checking ticket availability before confirming bookings.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detailed booking confirmation message including user name, event name, quantity, and total amount.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Utilizes React functional components with </a:t>
            </a:r>
            <a:r>
              <a:rPr lang="en-US" sz="3200" dirty="0" err="1"/>
              <a:t>useState</a:t>
            </a:r>
            <a:r>
              <a:rPr lang="en-US" sz="3200" dirty="0"/>
              <a:t> hook for efficient state management and real-time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86861" y="3227405"/>
            <a:ext cx="150823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React JS based single-page application with component-based architecture.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Event Details Component displays comprehensive event information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Booking Form Component handles user input with built-in validation logic.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State Management using React </a:t>
            </a:r>
            <a:r>
              <a:rPr lang="en-US" sz="3200" dirty="0" err="1"/>
              <a:t>useState</a:t>
            </a:r>
            <a:r>
              <a:rPr lang="en-US" sz="3200" dirty="0"/>
              <a:t> Hook for managing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Ensures smooth communication between components using props and callbacks.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Implements event handling for user interactions (button clicks, form submissions).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Utilizes conditional rendering to display content based on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Maintains clean separation of concerns with modular functional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799" y="2327344"/>
            <a:ext cx="14719459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300" dirty="0"/>
              <a:t>   User opens the React application in a web browser and views available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Event Details Module displays event information with name, date, time, venue, and pricing.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User selects an event and fills the booking form with personal details.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validates all inputs: mandatory fields, valid email format, positive ticket numbers.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If tickets are available, system prevents overbooking and allows booking confirmation.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displays real-time updated ticket count after successful booking.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Booking confirmation message shows user name, event name, tickets booked, and total amount.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System handles errors gracefully with user-friendly error messages for invalid inputs.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 Technologies</a:t>
            </a:r>
          </a:p>
          <a:p>
            <a:r>
              <a:rPr lang="en-IN" sz="2800" b="1" dirty="0"/>
              <a:t>React JS </a:t>
            </a:r>
            <a:r>
              <a:rPr lang="en-IN" sz="2800" dirty="0"/>
              <a:t>– Main framework for building user interface with functional components.</a:t>
            </a:r>
          </a:p>
          <a:p>
            <a:r>
              <a:rPr lang="en-IN" sz="2800" b="1" dirty="0"/>
              <a:t>JSX </a:t>
            </a:r>
            <a:r>
              <a:rPr lang="en-IN" sz="2800" dirty="0"/>
              <a:t>– Syntax extension for writing HTML-like code within JavaScript components.</a:t>
            </a:r>
          </a:p>
          <a:p>
            <a:r>
              <a:rPr lang="en-IN" sz="2800" b="1" dirty="0"/>
              <a:t>React Hooks </a:t>
            </a:r>
            <a:r>
              <a:rPr lang="en-IN" sz="2800" dirty="0"/>
              <a:t>(</a:t>
            </a:r>
            <a:r>
              <a:rPr lang="en-IN" sz="2800" dirty="0" err="1"/>
              <a:t>useState</a:t>
            </a:r>
            <a:r>
              <a:rPr lang="en-IN" sz="2800" dirty="0"/>
              <a:t>) – For managing component state and side effects.</a:t>
            </a:r>
          </a:p>
          <a:p>
            <a:r>
              <a:rPr lang="en-IN" sz="2800" b="1" dirty="0"/>
              <a:t>React Router </a:t>
            </a:r>
            <a:r>
              <a:rPr lang="en-IN" sz="2800" dirty="0"/>
              <a:t>– For handling navigation and routing between pages.</a:t>
            </a:r>
          </a:p>
          <a:p>
            <a:r>
              <a:rPr lang="en-IN" sz="2800" b="1" dirty="0"/>
              <a:t>Axios </a:t>
            </a:r>
            <a:r>
              <a:rPr lang="en-IN" sz="2800" dirty="0"/>
              <a:t>– For making HTTP requests to backend services.</a:t>
            </a:r>
          </a:p>
          <a:p>
            <a:endParaRPr lang="en-IN" sz="2800" dirty="0"/>
          </a:p>
          <a:p>
            <a:r>
              <a:rPr lang="en-IN" sz="2800" b="1" dirty="0"/>
              <a:t>Styling &amp; Build Tools</a:t>
            </a:r>
          </a:p>
          <a:p>
            <a:r>
              <a:rPr lang="en-IN" sz="2800" b="1" dirty="0"/>
              <a:t>CSS3 </a:t>
            </a:r>
            <a:r>
              <a:rPr lang="en-IN" sz="2800" dirty="0"/>
              <a:t>– For styling components and creating responsive design.</a:t>
            </a:r>
          </a:p>
          <a:p>
            <a:r>
              <a:rPr lang="en-IN" sz="2800" b="1" dirty="0"/>
              <a:t>Vite</a:t>
            </a:r>
            <a:r>
              <a:rPr lang="en-IN" sz="2800" dirty="0"/>
              <a:t> – Modern build tool for development and production builds.</a:t>
            </a:r>
          </a:p>
          <a:p>
            <a:r>
              <a:rPr lang="en-IN" sz="2800" b="1" dirty="0"/>
              <a:t>Responsive Design </a:t>
            </a:r>
            <a:r>
              <a:rPr lang="en-IN" sz="2800" dirty="0"/>
              <a:t>– Ensures application works on desktop and mobile devices.</a:t>
            </a:r>
          </a:p>
          <a:p>
            <a:endParaRPr lang="en-IN" sz="2800" dirty="0"/>
          </a:p>
          <a:p>
            <a:r>
              <a:rPr lang="en-IN" sz="2800" b="1" dirty="0"/>
              <a:t>Development Environment</a:t>
            </a:r>
          </a:p>
          <a:p>
            <a:r>
              <a:rPr lang="en-IN" sz="2800" b="1" dirty="0"/>
              <a:t>Node.js </a:t>
            </a:r>
            <a:r>
              <a:rPr lang="en-IN" sz="2800" dirty="0"/>
              <a:t>– JavaScript runtime for running development server.</a:t>
            </a:r>
          </a:p>
          <a:p>
            <a:r>
              <a:rPr lang="en-IN" sz="2800" b="1" dirty="0" err="1"/>
              <a:t>npm</a:t>
            </a:r>
            <a:r>
              <a:rPr lang="en-IN" sz="2800" dirty="0"/>
              <a:t> – Package manager for managing project dependencies.</a:t>
            </a:r>
          </a:p>
          <a:p>
            <a:r>
              <a:rPr lang="en-IN" sz="2800" b="1" dirty="0"/>
              <a:t>TypeScript </a:t>
            </a:r>
            <a:r>
              <a:rPr lang="en-IN" sz="2800" dirty="0"/>
              <a:t>– Optional type checking for JavaScript code quality.</a:t>
            </a:r>
          </a:p>
          <a:p>
            <a:r>
              <a:rPr lang="en-IN" sz="2800" b="1" dirty="0"/>
              <a:t>VS Code </a:t>
            </a:r>
            <a:r>
              <a:rPr lang="en-IN" sz="2800" dirty="0"/>
              <a:t>– Code editor for development.</a:t>
            </a:r>
          </a:p>
          <a:p>
            <a:r>
              <a:rPr lang="en-IN" sz="2800" b="1" dirty="0"/>
              <a:t>Web Browser </a:t>
            </a:r>
            <a:r>
              <a:rPr lang="en-IN" sz="2800" dirty="0"/>
              <a:t>– For running and testing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Event Details Module</a:t>
            </a:r>
          </a:p>
          <a:p>
            <a:r>
              <a:rPr lang="en-US" sz="2400" dirty="0"/>
              <a:t>Displays event name, department, date/time, venue, ticket price, and availability.</a:t>
            </a:r>
          </a:p>
          <a:p>
            <a:r>
              <a:rPr lang="en-US" sz="2400" dirty="0"/>
              <a:t>Shows event information in a user-friendly format for easy understanding.</a:t>
            </a:r>
          </a:p>
          <a:p>
            <a:r>
              <a:rPr lang="en-US" sz="2400" dirty="0"/>
              <a:t>Allows users to view all event details before making booking decisions.</a:t>
            </a:r>
          </a:p>
          <a:p>
            <a:endParaRPr lang="en-US" sz="2400" dirty="0"/>
          </a:p>
          <a:p>
            <a:r>
              <a:rPr lang="en-US" sz="2400" b="1" dirty="0"/>
              <a:t>Ticket Booking Module</a:t>
            </a:r>
          </a:p>
          <a:p>
            <a:r>
              <a:rPr lang="en-US" sz="2400" dirty="0"/>
              <a:t>Accepts user inputs: name, email ID, department, and number of tickets required.</a:t>
            </a:r>
          </a:p>
          <a:p>
            <a:r>
              <a:rPr lang="en-US" sz="2400" dirty="0"/>
              <a:t>Validates all inputs with appropriate error messages for invalid data.</a:t>
            </a:r>
          </a:p>
          <a:p>
            <a:r>
              <a:rPr lang="en-US" sz="2400" dirty="0"/>
              <a:t>Prevents booking more tickets than available through validation logic.</a:t>
            </a:r>
          </a:p>
          <a:p>
            <a:r>
              <a:rPr lang="en-US" sz="2400" dirty="0"/>
              <a:t>Calculates total amount based on ticket price and quantity selected.</a:t>
            </a:r>
          </a:p>
          <a:p>
            <a:endParaRPr lang="en-US" sz="2400" dirty="0"/>
          </a:p>
          <a:p>
            <a:r>
              <a:rPr lang="en-US" sz="2400" b="1" dirty="0"/>
              <a:t>Validation &amp; Error Handling Module</a:t>
            </a:r>
          </a:p>
          <a:p>
            <a:r>
              <a:rPr lang="en-US" sz="2400" dirty="0"/>
              <a:t>Ensures all mandatory fields are filled before submission.</a:t>
            </a:r>
          </a:p>
          <a:p>
            <a:r>
              <a:rPr lang="en-US" sz="2400" dirty="0"/>
              <a:t>Validates email format using regex patterns or built-in validation.</a:t>
            </a:r>
          </a:p>
          <a:p>
            <a:r>
              <a:rPr lang="en-US" sz="2400" dirty="0"/>
              <a:t>Checks that number of tickets is a positive number.</a:t>
            </a:r>
          </a:p>
          <a:p>
            <a:r>
              <a:rPr lang="en-US" sz="2400" dirty="0"/>
              <a:t>Prevents overbooking by comparing requested tickets with available tickets.</a:t>
            </a:r>
          </a:p>
          <a:p>
            <a:r>
              <a:rPr lang="en-US" sz="2400" dirty="0"/>
              <a:t>Displays user-friendly error messages for all validation failures.</a:t>
            </a:r>
          </a:p>
          <a:p>
            <a:endParaRPr lang="en-US" sz="2400" dirty="0"/>
          </a:p>
          <a:p>
            <a:r>
              <a:rPr lang="en-US" sz="2400" b="1" dirty="0"/>
              <a:t>Booking Confirmation Module</a:t>
            </a:r>
          </a:p>
          <a:p>
            <a:r>
              <a:rPr lang="en-US" sz="2400" dirty="0"/>
              <a:t>Displays confirmation message after successful booking.</a:t>
            </a:r>
          </a:p>
          <a:p>
            <a:r>
              <a:rPr lang="en-US" sz="2400" dirty="0"/>
              <a:t>Shows booking summary including user name, event name, quantity, and total amount.</a:t>
            </a:r>
          </a:p>
          <a:p>
            <a:r>
              <a:rPr lang="en-US" sz="2400" dirty="0"/>
              <a:t>Updates available ticket count in real-time after confirmation.</a:t>
            </a:r>
          </a:p>
          <a:p>
            <a:r>
              <a:rPr lang="en-US" sz="2400" dirty="0"/>
              <a:t>Provides option to reset form for additional bookings.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E326A-C685-3DD4-BB3B-A19D6091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18" y="1781645"/>
            <a:ext cx="15051212" cy="72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75914-E135-0296-D310-2A3B6C68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56" y="1999900"/>
            <a:ext cx="14908054" cy="716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53530-E854-9B9C-F318-5B48DAC61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40" y="1939103"/>
            <a:ext cx="14593560" cy="69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077934" y="1622402"/>
            <a:ext cx="15223789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online platform for viewing and booking event tickets.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registration process with automated online booking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availability tracking prevents overbooking and conflicts.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validation ensures data integrity and improves user experience.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booking confirmation provides instant feedback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works seamlessly on desktop and mobile devices.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React component architecture enables easy maintenance and future enhancements.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gaps between event organizers and participants.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JavaScript enabled browser for proper application functionality.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 needed for data persistence and API endpoints.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only checks format, not actual email delivery.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 integration for online payments.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web platform (can be extended to mobile apps in future).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notification system (can be added with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 system (users not required to login).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1323</Words>
  <Application>Microsoft Office PowerPoint</Application>
  <PresentationFormat>Custom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Bookman Old Style</vt:lpstr>
      <vt:lpstr>Calibri</vt:lpstr>
      <vt:lpstr>Gotham</vt:lpstr>
      <vt:lpstr>Gotham Bold Italics</vt:lpstr>
      <vt:lpstr>Cambria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Venkata naga sai singamsetty</cp:lastModifiedBy>
  <cp:revision>18</cp:revision>
  <dcterms:created xsi:type="dcterms:W3CDTF">2006-08-16T00:00:00Z</dcterms:created>
  <dcterms:modified xsi:type="dcterms:W3CDTF">2026-05-06T07:45:52Z</dcterms:modified>
  <dc:identifier>DAHCaYqJ9OU</dc:identifier>
</cp:coreProperties>
</file>